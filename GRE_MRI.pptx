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Gradient Echo (GRE) in MRI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00B4D8"/>
                </a:solidFill>
              </a:rPr>
              <a:t>Principles, Sequences &amp; Clinical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ABBCC"/>
                </a:solidFill>
              </a:rPr>
              <a:t>Based on original Spanish lecture · Enhanced English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1 / 100</a:t>
            </a:r>
          </a:p>
        </p:txBody>
      </p:sp>
      <p:pic>
        <p:nvPicPr>
          <p:cNvPr id="4" name="Picture 3" descr="frame_0000_000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2 / 100</a:t>
            </a:r>
          </a:p>
        </p:txBody>
      </p:sp>
      <p:pic>
        <p:nvPicPr>
          <p:cNvPr id="4" name="Picture 3" descr="frame_0001_000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3 / 100</a:t>
            </a:r>
          </a:p>
        </p:txBody>
      </p:sp>
      <p:pic>
        <p:nvPicPr>
          <p:cNvPr id="4" name="Picture 3" descr="frame_0002_013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4 / 100</a:t>
            </a:r>
          </a:p>
        </p:txBody>
      </p:sp>
      <p:pic>
        <p:nvPicPr>
          <p:cNvPr id="4" name="Picture 3" descr="frame_0003_0138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5 / 100</a:t>
            </a:r>
          </a:p>
        </p:txBody>
      </p:sp>
      <p:pic>
        <p:nvPicPr>
          <p:cNvPr id="4" name="Picture 3" descr="frame_0004_016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6 / 100</a:t>
            </a:r>
          </a:p>
        </p:txBody>
      </p:sp>
      <p:pic>
        <p:nvPicPr>
          <p:cNvPr id="4" name="Picture 3" descr="frame_0005_024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7 / 100</a:t>
            </a:r>
          </a:p>
        </p:txBody>
      </p:sp>
      <p:pic>
        <p:nvPicPr>
          <p:cNvPr id="4" name="Picture 3" descr="frame_0006_024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8 / 100</a:t>
            </a:r>
          </a:p>
        </p:txBody>
      </p:sp>
      <p:pic>
        <p:nvPicPr>
          <p:cNvPr id="4" name="Picture 3" descr="frame_0007_0288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9 / 100</a:t>
            </a:r>
          </a:p>
        </p:txBody>
      </p:sp>
      <p:pic>
        <p:nvPicPr>
          <p:cNvPr id="4" name="Picture 3" descr="frame_0008_0311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10 / 100</a:t>
            </a:r>
          </a:p>
        </p:txBody>
      </p:sp>
      <p:pic>
        <p:nvPicPr>
          <p:cNvPr id="4" name="Picture 3" descr="frame_0009_0338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11 / 100</a:t>
            </a:r>
          </a:p>
        </p:txBody>
      </p:sp>
      <p:pic>
        <p:nvPicPr>
          <p:cNvPr id="4" name="Picture 3" descr="frame_0010_0339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12 / 100</a:t>
            </a:r>
          </a:p>
        </p:txBody>
      </p:sp>
      <p:pic>
        <p:nvPicPr>
          <p:cNvPr id="4" name="Picture 3" descr="frame_0011_034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13 / 100</a:t>
            </a:r>
          </a:p>
        </p:txBody>
      </p:sp>
      <p:pic>
        <p:nvPicPr>
          <p:cNvPr id="4" name="Picture 3" descr="frame_0012_041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14 / 100</a:t>
            </a:r>
          </a:p>
        </p:txBody>
      </p:sp>
      <p:pic>
        <p:nvPicPr>
          <p:cNvPr id="4" name="Picture 3" descr="frame_0013_0419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15 / 100</a:t>
            </a:r>
          </a:p>
        </p:txBody>
      </p:sp>
      <p:pic>
        <p:nvPicPr>
          <p:cNvPr id="4" name="Picture 3" descr="frame_0014_042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16 / 100</a:t>
            </a:r>
          </a:p>
        </p:txBody>
      </p:sp>
      <p:pic>
        <p:nvPicPr>
          <p:cNvPr id="4" name="Picture 3" descr="frame_0015_0451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17 / 100</a:t>
            </a:r>
          </a:p>
        </p:txBody>
      </p:sp>
      <p:pic>
        <p:nvPicPr>
          <p:cNvPr id="4" name="Picture 3" descr="frame_0016_054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18 / 100</a:t>
            </a:r>
          </a:p>
        </p:txBody>
      </p:sp>
      <p:pic>
        <p:nvPicPr>
          <p:cNvPr id="4" name="Picture 3" descr="frame_0017_054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19 / 100</a:t>
            </a:r>
          </a:p>
        </p:txBody>
      </p:sp>
      <p:pic>
        <p:nvPicPr>
          <p:cNvPr id="4" name="Picture 3" descr="frame_0018_0558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20 / 100</a:t>
            </a:r>
          </a:p>
        </p:txBody>
      </p:sp>
      <p:pic>
        <p:nvPicPr>
          <p:cNvPr id="4" name="Picture 3" descr="frame_0019_058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21 / 100</a:t>
            </a:r>
          </a:p>
        </p:txBody>
      </p:sp>
      <p:pic>
        <p:nvPicPr>
          <p:cNvPr id="4" name="Picture 3" descr="frame_0020_0641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22 / 100</a:t>
            </a:r>
          </a:p>
        </p:txBody>
      </p:sp>
      <p:pic>
        <p:nvPicPr>
          <p:cNvPr id="4" name="Picture 3" descr="frame_0021_0658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23 / 100</a:t>
            </a:r>
          </a:p>
        </p:txBody>
      </p:sp>
      <p:pic>
        <p:nvPicPr>
          <p:cNvPr id="4" name="Picture 3" descr="frame_0022_0719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24 / 100</a:t>
            </a:r>
          </a:p>
        </p:txBody>
      </p:sp>
      <p:pic>
        <p:nvPicPr>
          <p:cNvPr id="4" name="Picture 3" descr="frame_0023_0779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25 / 100</a:t>
            </a:r>
          </a:p>
        </p:txBody>
      </p:sp>
      <p:pic>
        <p:nvPicPr>
          <p:cNvPr id="4" name="Picture 3" descr="frame_0024_078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26 / 100</a:t>
            </a:r>
          </a:p>
        </p:txBody>
      </p:sp>
      <p:pic>
        <p:nvPicPr>
          <p:cNvPr id="4" name="Picture 3" descr="frame_0025_079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27 / 100</a:t>
            </a:r>
          </a:p>
        </p:txBody>
      </p:sp>
      <p:pic>
        <p:nvPicPr>
          <p:cNvPr id="4" name="Picture 3" descr="frame_0026_079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28 / 100</a:t>
            </a:r>
          </a:p>
        </p:txBody>
      </p:sp>
      <p:pic>
        <p:nvPicPr>
          <p:cNvPr id="4" name="Picture 3" descr="frame_0027_090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29 / 100</a:t>
            </a:r>
          </a:p>
        </p:txBody>
      </p:sp>
      <p:pic>
        <p:nvPicPr>
          <p:cNvPr id="4" name="Picture 3" descr="frame_0028_090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30 / 100</a:t>
            </a:r>
          </a:p>
        </p:txBody>
      </p:sp>
      <p:pic>
        <p:nvPicPr>
          <p:cNvPr id="4" name="Picture 3" descr="frame_0029_090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31 / 100</a:t>
            </a:r>
          </a:p>
        </p:txBody>
      </p:sp>
      <p:pic>
        <p:nvPicPr>
          <p:cNvPr id="4" name="Picture 3" descr="frame_0030_093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32 / 100</a:t>
            </a:r>
          </a:p>
        </p:txBody>
      </p:sp>
      <p:pic>
        <p:nvPicPr>
          <p:cNvPr id="4" name="Picture 3" descr="frame_0027_090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33 / 100</a:t>
            </a:r>
          </a:p>
        </p:txBody>
      </p:sp>
      <p:pic>
        <p:nvPicPr>
          <p:cNvPr id="4" name="Picture 3" descr="frame_0028_090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34 / 100</a:t>
            </a:r>
          </a:p>
        </p:txBody>
      </p:sp>
      <p:pic>
        <p:nvPicPr>
          <p:cNvPr id="4" name="Picture 3" descr="frame_0033_103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35 / 100</a:t>
            </a:r>
          </a:p>
        </p:txBody>
      </p:sp>
      <p:pic>
        <p:nvPicPr>
          <p:cNvPr id="4" name="Picture 3" descr="frame_0034_1038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36 / 100</a:t>
            </a:r>
          </a:p>
        </p:txBody>
      </p:sp>
      <p:pic>
        <p:nvPicPr>
          <p:cNvPr id="4" name="Picture 3" descr="frame_0035_104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37 / 100</a:t>
            </a:r>
          </a:p>
        </p:txBody>
      </p:sp>
      <p:pic>
        <p:nvPicPr>
          <p:cNvPr id="4" name="Picture 3" descr="frame_0036_145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38 / 100</a:t>
            </a:r>
          </a:p>
        </p:txBody>
      </p:sp>
      <p:pic>
        <p:nvPicPr>
          <p:cNvPr id="4" name="Picture 3" descr="frame_0037_147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39 / 100</a:t>
            </a:r>
          </a:p>
        </p:txBody>
      </p:sp>
      <p:pic>
        <p:nvPicPr>
          <p:cNvPr id="4" name="Picture 3" descr="frame_0038_152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40 / 100</a:t>
            </a:r>
          </a:p>
        </p:txBody>
      </p:sp>
      <p:pic>
        <p:nvPicPr>
          <p:cNvPr id="4" name="Picture 3" descr="frame_0039_1579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41 / 100</a:t>
            </a:r>
          </a:p>
        </p:txBody>
      </p:sp>
      <p:pic>
        <p:nvPicPr>
          <p:cNvPr id="4" name="Picture 3" descr="frame_0040_158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42 / 100</a:t>
            </a:r>
          </a:p>
        </p:txBody>
      </p:sp>
      <p:pic>
        <p:nvPicPr>
          <p:cNvPr id="4" name="Picture 3" descr="frame_0041_1581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43 / 100</a:t>
            </a:r>
          </a:p>
        </p:txBody>
      </p:sp>
      <p:pic>
        <p:nvPicPr>
          <p:cNvPr id="4" name="Picture 3" descr="frame_0042_159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44 / 100</a:t>
            </a:r>
          </a:p>
        </p:txBody>
      </p:sp>
      <p:pic>
        <p:nvPicPr>
          <p:cNvPr id="4" name="Picture 3" descr="frame_0043_1593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45 / 100</a:t>
            </a:r>
          </a:p>
        </p:txBody>
      </p:sp>
      <p:pic>
        <p:nvPicPr>
          <p:cNvPr id="4" name="Picture 3" descr="frame_0044_159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46 / 100</a:t>
            </a:r>
          </a:p>
        </p:txBody>
      </p:sp>
      <p:pic>
        <p:nvPicPr>
          <p:cNvPr id="4" name="Picture 3" descr="frame_0045_159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47 / 100</a:t>
            </a:r>
          </a:p>
        </p:txBody>
      </p:sp>
      <p:pic>
        <p:nvPicPr>
          <p:cNvPr id="4" name="Picture 3" descr="frame_0046_1611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48 / 100</a:t>
            </a:r>
          </a:p>
        </p:txBody>
      </p:sp>
      <p:pic>
        <p:nvPicPr>
          <p:cNvPr id="4" name="Picture 3" descr="frame_0047_161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49 / 100</a:t>
            </a:r>
          </a:p>
        </p:txBody>
      </p:sp>
      <p:pic>
        <p:nvPicPr>
          <p:cNvPr id="4" name="Picture 3" descr="frame_0048_168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50 / 100</a:t>
            </a:r>
          </a:p>
        </p:txBody>
      </p:sp>
      <p:pic>
        <p:nvPicPr>
          <p:cNvPr id="4" name="Picture 3" descr="frame_0049_168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51 / 100</a:t>
            </a:r>
          </a:p>
        </p:txBody>
      </p:sp>
      <p:pic>
        <p:nvPicPr>
          <p:cNvPr id="4" name="Picture 3" descr="frame_0050_168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52 / 100</a:t>
            </a:r>
          </a:p>
        </p:txBody>
      </p:sp>
      <p:pic>
        <p:nvPicPr>
          <p:cNvPr id="4" name="Picture 3" descr="frame_0051_1701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53 / 100</a:t>
            </a:r>
          </a:p>
        </p:txBody>
      </p:sp>
      <p:pic>
        <p:nvPicPr>
          <p:cNvPr id="4" name="Picture 3" descr="frame_0052_170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54 / 100</a:t>
            </a:r>
          </a:p>
        </p:txBody>
      </p:sp>
      <p:pic>
        <p:nvPicPr>
          <p:cNvPr id="4" name="Picture 3" descr="frame_0053_187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55 / 100</a:t>
            </a:r>
          </a:p>
        </p:txBody>
      </p:sp>
      <p:pic>
        <p:nvPicPr>
          <p:cNvPr id="4" name="Picture 3" descr="frame_0054_188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56 / 100</a:t>
            </a:r>
          </a:p>
        </p:txBody>
      </p:sp>
      <p:pic>
        <p:nvPicPr>
          <p:cNvPr id="4" name="Picture 3" descr="frame_0055_207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57 / 100</a:t>
            </a:r>
          </a:p>
        </p:txBody>
      </p:sp>
      <p:pic>
        <p:nvPicPr>
          <p:cNvPr id="4" name="Picture 3" descr="frame_0056_210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58 / 100</a:t>
            </a:r>
          </a:p>
        </p:txBody>
      </p:sp>
      <p:pic>
        <p:nvPicPr>
          <p:cNvPr id="4" name="Picture 3" descr="frame_0057_210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59 / 100</a:t>
            </a:r>
          </a:p>
        </p:txBody>
      </p:sp>
      <p:pic>
        <p:nvPicPr>
          <p:cNvPr id="4" name="Picture 3" descr="frame_0058_210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60 / 100</a:t>
            </a:r>
          </a:p>
        </p:txBody>
      </p:sp>
      <p:pic>
        <p:nvPicPr>
          <p:cNvPr id="4" name="Picture 3" descr="frame_0059_210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61 / 100</a:t>
            </a:r>
          </a:p>
        </p:txBody>
      </p:sp>
      <p:pic>
        <p:nvPicPr>
          <p:cNvPr id="4" name="Picture 3" descr="frame_0060_213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62 / 100</a:t>
            </a:r>
          </a:p>
        </p:txBody>
      </p:sp>
      <p:pic>
        <p:nvPicPr>
          <p:cNvPr id="4" name="Picture 3" descr="frame_0061_2138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63 / 100</a:t>
            </a:r>
          </a:p>
        </p:txBody>
      </p:sp>
      <p:pic>
        <p:nvPicPr>
          <p:cNvPr id="4" name="Picture 3" descr="frame_0062_215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64 / 100</a:t>
            </a:r>
          </a:p>
        </p:txBody>
      </p:sp>
      <p:pic>
        <p:nvPicPr>
          <p:cNvPr id="4" name="Picture 3" descr="frame_0063_2171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65 / 100</a:t>
            </a:r>
          </a:p>
        </p:txBody>
      </p:sp>
      <p:pic>
        <p:nvPicPr>
          <p:cNvPr id="4" name="Picture 3" descr="frame_0064_217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66 / 100</a:t>
            </a:r>
          </a:p>
        </p:txBody>
      </p:sp>
      <p:pic>
        <p:nvPicPr>
          <p:cNvPr id="4" name="Picture 3" descr="frame_0065_217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67 / 100</a:t>
            </a:r>
          </a:p>
        </p:txBody>
      </p:sp>
      <p:pic>
        <p:nvPicPr>
          <p:cNvPr id="4" name="Picture 3" descr="frame_0066_219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68 / 100</a:t>
            </a:r>
          </a:p>
        </p:txBody>
      </p:sp>
      <p:pic>
        <p:nvPicPr>
          <p:cNvPr id="4" name="Picture 3" descr="frame_0067_2191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69 / 100</a:t>
            </a:r>
          </a:p>
        </p:txBody>
      </p:sp>
      <p:pic>
        <p:nvPicPr>
          <p:cNvPr id="4" name="Picture 3" descr="frame_0068_219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70 / 100</a:t>
            </a:r>
          </a:p>
        </p:txBody>
      </p:sp>
      <p:pic>
        <p:nvPicPr>
          <p:cNvPr id="4" name="Picture 3" descr="frame_0069_2193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71 / 100</a:t>
            </a:r>
          </a:p>
        </p:txBody>
      </p:sp>
      <p:pic>
        <p:nvPicPr>
          <p:cNvPr id="4" name="Picture 3" descr="frame_0070_219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72 / 100</a:t>
            </a:r>
          </a:p>
        </p:txBody>
      </p:sp>
      <p:pic>
        <p:nvPicPr>
          <p:cNvPr id="4" name="Picture 3" descr="frame_0071_222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73 / 100</a:t>
            </a:r>
          </a:p>
        </p:txBody>
      </p:sp>
      <p:pic>
        <p:nvPicPr>
          <p:cNvPr id="4" name="Picture 3" descr="frame_0072_2223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74 / 100</a:t>
            </a:r>
          </a:p>
        </p:txBody>
      </p:sp>
      <p:pic>
        <p:nvPicPr>
          <p:cNvPr id="4" name="Picture 3" descr="frame_0073_222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75 / 100</a:t>
            </a:r>
          </a:p>
        </p:txBody>
      </p:sp>
      <p:pic>
        <p:nvPicPr>
          <p:cNvPr id="4" name="Picture 3" descr="frame_0074_224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76 / 100</a:t>
            </a:r>
          </a:p>
        </p:txBody>
      </p:sp>
      <p:pic>
        <p:nvPicPr>
          <p:cNvPr id="4" name="Picture 3" descr="frame_0027_090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77 / 100</a:t>
            </a:r>
          </a:p>
        </p:txBody>
      </p:sp>
      <p:pic>
        <p:nvPicPr>
          <p:cNvPr id="4" name="Picture 3" descr="frame_0028_090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78 / 100</a:t>
            </a:r>
          </a:p>
        </p:txBody>
      </p:sp>
      <p:pic>
        <p:nvPicPr>
          <p:cNvPr id="4" name="Picture 3" descr="frame_0077_2311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79 / 100</a:t>
            </a:r>
          </a:p>
        </p:txBody>
      </p:sp>
      <p:pic>
        <p:nvPicPr>
          <p:cNvPr id="4" name="Picture 3" descr="frame_0078_237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80 / 100</a:t>
            </a:r>
          </a:p>
        </p:txBody>
      </p:sp>
      <p:pic>
        <p:nvPicPr>
          <p:cNvPr id="4" name="Picture 3" descr="frame_0027_090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81 / 100</a:t>
            </a:r>
          </a:p>
        </p:txBody>
      </p:sp>
      <p:pic>
        <p:nvPicPr>
          <p:cNvPr id="4" name="Picture 3" descr="frame_0028_090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82 / 100</a:t>
            </a:r>
          </a:p>
        </p:txBody>
      </p:sp>
      <p:pic>
        <p:nvPicPr>
          <p:cNvPr id="4" name="Picture 3" descr="frame_0081_2429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83 / 100</a:t>
            </a:r>
          </a:p>
        </p:txBody>
      </p:sp>
      <p:pic>
        <p:nvPicPr>
          <p:cNvPr id="4" name="Picture 3" descr="frame_0082_245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84 / 100</a:t>
            </a:r>
          </a:p>
        </p:txBody>
      </p:sp>
      <p:pic>
        <p:nvPicPr>
          <p:cNvPr id="4" name="Picture 3" descr="frame_0083_245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85 / 100</a:t>
            </a:r>
          </a:p>
        </p:txBody>
      </p:sp>
      <p:pic>
        <p:nvPicPr>
          <p:cNvPr id="4" name="Picture 3" descr="frame_0084_245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86 / 100</a:t>
            </a:r>
          </a:p>
        </p:txBody>
      </p:sp>
      <p:pic>
        <p:nvPicPr>
          <p:cNvPr id="4" name="Picture 3" descr="frame_0085_246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87 / 100</a:t>
            </a:r>
          </a:p>
        </p:txBody>
      </p:sp>
      <p:pic>
        <p:nvPicPr>
          <p:cNvPr id="4" name="Picture 3" descr="frame_0086_2461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88 / 100</a:t>
            </a:r>
          </a:p>
        </p:txBody>
      </p:sp>
      <p:pic>
        <p:nvPicPr>
          <p:cNvPr id="4" name="Picture 3" descr="frame_0087_254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89 / 100</a:t>
            </a:r>
          </a:p>
        </p:txBody>
      </p:sp>
      <p:pic>
        <p:nvPicPr>
          <p:cNvPr id="4" name="Picture 3" descr="frame_0088_254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90 / 100</a:t>
            </a:r>
          </a:p>
        </p:txBody>
      </p:sp>
      <p:pic>
        <p:nvPicPr>
          <p:cNvPr id="4" name="Picture 3" descr="frame_0089_254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91 / 100</a:t>
            </a:r>
          </a:p>
        </p:txBody>
      </p:sp>
      <p:pic>
        <p:nvPicPr>
          <p:cNvPr id="4" name="Picture 3" descr="frame_0090_2548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92 / 100</a:t>
            </a:r>
          </a:p>
        </p:txBody>
      </p:sp>
      <p:pic>
        <p:nvPicPr>
          <p:cNvPr id="4" name="Picture 3" descr="frame_0091_2549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93 / 100</a:t>
            </a:r>
          </a:p>
        </p:txBody>
      </p:sp>
      <p:pic>
        <p:nvPicPr>
          <p:cNvPr id="4" name="Picture 3" descr="frame_0092_255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94 / 100</a:t>
            </a:r>
          </a:p>
        </p:txBody>
      </p:sp>
      <p:pic>
        <p:nvPicPr>
          <p:cNvPr id="4" name="Picture 3" descr="frame_0093_2551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95 / 100</a:t>
            </a:r>
          </a:p>
        </p:txBody>
      </p:sp>
      <p:pic>
        <p:nvPicPr>
          <p:cNvPr id="4" name="Picture 3" descr="frame_0094_255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96 / 100</a:t>
            </a:r>
          </a:p>
        </p:txBody>
      </p:sp>
      <p:pic>
        <p:nvPicPr>
          <p:cNvPr id="4" name="Picture 3" descr="frame_0095_2553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97 / 100</a:t>
            </a:r>
          </a:p>
        </p:txBody>
      </p:sp>
      <p:pic>
        <p:nvPicPr>
          <p:cNvPr id="4" name="Picture 3" descr="frame_0096_255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98 / 100</a:t>
            </a:r>
          </a:p>
        </p:txBody>
      </p:sp>
      <p:pic>
        <p:nvPicPr>
          <p:cNvPr id="4" name="Picture 3" descr="frame_0027_090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99 / 100</a:t>
            </a:r>
          </a:p>
        </p:txBody>
      </p:sp>
      <p:pic>
        <p:nvPicPr>
          <p:cNvPr id="4" name="Picture 3" descr="frame_0098_2599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BBCC"/>
                </a:solidFill>
              </a:rPr>
              <a:t>Frame 100 / 100</a:t>
            </a:r>
          </a:p>
        </p:txBody>
      </p:sp>
      <p:pic>
        <p:nvPicPr>
          <p:cNvPr id="4" name="Picture 3" descr="frame_0099_260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502920"/>
            <a:ext cx="10698480" cy="6035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