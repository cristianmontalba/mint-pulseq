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89F"/>
    <a:srgbClr val="53BF60"/>
    <a:srgbClr val="01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5D935-58DF-E25F-D8D4-B56A961D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7579C-3D84-27DB-B999-35EE3579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E0B46-185B-E4C0-FE16-65EE8571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FF8E8-D49E-5541-3CE6-23CA58C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43B1-DDE4-1843-1F9A-D9D1AD0B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35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97355-896C-5415-5422-AF11472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24D7D-E9A7-FACE-2D8A-F3DA19E8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509C9-5D11-EF16-570D-704DAD7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B47A9-206B-23C6-BF0B-F7A1104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3C3C-94BF-4B3E-8479-3EA0DBB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04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42EAA-73A5-9B7B-5F76-18265AAD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931EC-0315-8980-F3AA-AD7A12DD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0F198-355E-D604-CA30-09388BF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535DB-E2A6-2D11-2EDD-4F4F026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258B7-D1CB-AADB-337E-54249C7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51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CD377-CFAF-B197-0924-BEBF26E5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FDCE-E193-D8CD-A3EA-BF7DAC0A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EF14E8-24EE-EFB3-97F7-6E057C641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E451AE-E500-197A-69CE-11ACAF8A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9F673-6179-A088-DDD3-5E3EE800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7A811-ACBF-63AB-A58E-F86CD3D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37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D01F-2EF0-5BC6-B18C-A91B984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E5F58-3DBF-3C6A-978C-16BE4546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81F9F-EC6B-C795-FC1F-0A3AF5A87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373FF2-7120-8418-E62F-CCF520699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9E8B7D-99F0-62FF-314F-E70174B3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FC5DC0-2B45-3395-7D22-F2189FB9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FF40EF-4032-EBC9-166D-1369B8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C4F1CB-7F98-2CBF-8573-A82E976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80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05C9-FD9F-AFCF-29A1-0F176F45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0B60B-53FE-7A45-5CDB-3A6F344E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A1DEF-C3A2-75FD-1907-390652E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827A9-EA14-1602-1660-11A55E1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F640C-61FE-3C65-6647-97784EF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6C3E1C-C832-4457-E33D-09C288B4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95D11-4456-4D79-278F-5CFE86A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6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473FF-91AD-F9C7-2188-33C5A3E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4DBEC-D67B-69A1-4300-A320C151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97A32-95E8-5EF9-015A-1831D968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13BA-7953-2E95-CF49-09966D00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15773-A5A4-C055-8652-438EAB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8CC5D-F2FC-383F-FF93-A27EA14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63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6B189-31ED-325E-4384-CA5FC494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28676-A9E1-3A84-3358-51BFA9CB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9290F-4760-F785-3CB0-35F967A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49D89-5CBA-3073-1066-81BC363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94A0E-04FF-84F8-B07E-944AB20D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22F051-01A3-8EB6-3E0B-C95B1649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2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8D17C-52D8-3C01-EAD7-43C6638B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1B957-7231-0F70-E67E-6B7A6874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7D26B-0A00-7396-3BCD-1977159D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33DDE-C5DB-5055-8333-B8ECC5F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4AB907-CEAD-1A7F-F67B-D070872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49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1F5EC4-B174-113F-6193-A2D53C18E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EECE7-5BCC-D0AE-0F31-DE19BE347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93630-5DAA-7360-397F-9B2BFEE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D6B42-9033-D380-F82A-BF57A762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06FDE-A582-B775-477C-76917C7A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68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C8C9D8-B7DC-45EE-CB43-1B6D39E6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2697F-2332-19C2-5C25-29BC04ED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DFF6A-6CE7-B25D-E8E8-D35415FD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9E32A-BEE6-36F2-E04C-0BF9A1F4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59F2E-3A30-A474-2723-49D38E38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44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A34677F-6CA9-8747-F7C8-8345F8DFA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25545" h="10287000">
                <a:moveTo>
                  <a:pt x="0" y="0"/>
                </a:moveTo>
                <a:lnTo>
                  <a:pt x="18925544" y="0"/>
                </a:lnTo>
                <a:lnTo>
                  <a:pt x="189255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119401" b="-107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16ACD94-DE52-9D17-C4C3-BE8A1DEF86CD}"/>
              </a:ext>
            </a:extLst>
          </p:cNvPr>
          <p:cNvGrpSpPr/>
          <p:nvPr/>
        </p:nvGrpSpPr>
        <p:grpSpPr>
          <a:xfrm>
            <a:off x="457200" y="6053328"/>
            <a:ext cx="11247120" cy="457200"/>
            <a:chOff x="0" y="0"/>
            <a:chExt cx="22494240" cy="91440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F622CB3-E140-EFC4-4E97-35C658F83BD2}"/>
                </a:ext>
              </a:extLst>
            </p:cNvPr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C7334F-ED52-B82E-16C9-6CF3D84EF055}"/>
                </a:ext>
              </a:extLst>
            </p:cNvPr>
            <p:cNvSpPr txBox="1"/>
            <p:nvPr/>
          </p:nvSpPr>
          <p:spPr>
            <a:xfrm>
              <a:off x="0" y="-9525"/>
              <a:ext cx="224942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endParaRPr lang="en-US" sz="1600" spc="-9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4E814B-1731-B823-F453-D7C826D63924}"/>
              </a:ext>
            </a:extLst>
          </p:cNvPr>
          <p:cNvSpPr txBox="1"/>
          <p:nvPr/>
        </p:nvSpPr>
        <p:spPr>
          <a:xfrm>
            <a:off x="5964425" y="5752470"/>
            <a:ext cx="6989071" cy="62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Belén Bravo Kunz - bkbravo@uc.cl</a:t>
            </a:r>
          </a:p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Cristian Montalba - cristian.montalba@uc.cl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C5A5AB0-4811-692A-F795-2415C8656C4F}"/>
              </a:ext>
            </a:extLst>
          </p:cNvPr>
          <p:cNvSpPr/>
          <p:nvPr/>
        </p:nvSpPr>
        <p:spPr>
          <a:xfrm>
            <a:off x="375920" y="581658"/>
            <a:ext cx="10637539" cy="5027870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18C41-0D6C-C3D8-E4AD-6E74FE964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67" y="143569"/>
            <a:ext cx="2181315" cy="1257108"/>
          </a:xfrm>
          <a:prstGeom prst="rect">
            <a:avLst/>
          </a:prstGeom>
        </p:spPr>
      </p:pic>
      <p:pic>
        <p:nvPicPr>
          <p:cNvPr id="18" name="Imagen 17" descr="HOME | CAMERA MRI Africa">
            <a:extLst>
              <a:ext uri="{FF2B5EF4-FFF2-40B4-BE49-F238E27FC236}">
                <a16:creationId xmlns:a16="http://schemas.microsoft.com/office/drawing/2014/main" id="{1CE4B862-3BCD-1BEF-7489-4817641B0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8844" y="143569"/>
            <a:ext cx="1283653" cy="1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F9F7-A7D1-760D-5B04-8AE3E4FA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28E588F1-5D36-8861-490D-2D4845885572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3528E23-AA71-D71D-2440-CE67897D067B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0897BC5-AE8E-797B-F6E7-DEECF30B3CF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425536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8326-480D-3F05-2F38-58AB066E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0392788-1ABD-F1B6-4940-7622575AD404}"/>
              </a:ext>
            </a:extLst>
          </p:cNvPr>
          <p:cNvGrpSpPr/>
          <p:nvPr/>
        </p:nvGrpSpPr>
        <p:grpSpPr>
          <a:xfrm flipV="1">
            <a:off x="3276601" y="3640519"/>
            <a:ext cx="8092439" cy="241987"/>
            <a:chOff x="0" y="0"/>
            <a:chExt cx="24348440" cy="1671320"/>
          </a:xfrm>
          <a:solidFill>
            <a:srgbClr val="01224E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1DBB396A-D3C5-E36F-A668-D8E57564D54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495656D-B9BC-B05C-3C1F-03510BEEBBED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Freeform 5">
            <a:extLst>
              <a:ext uri="{FF2B5EF4-FFF2-40B4-BE49-F238E27FC236}">
                <a16:creationId xmlns:a16="http://schemas.microsoft.com/office/drawing/2014/main" id="{229BA34D-D468-834E-EAED-AA579E51E34C}"/>
              </a:ext>
            </a:extLst>
          </p:cNvPr>
          <p:cNvSpPr/>
          <p:nvPr/>
        </p:nvSpPr>
        <p:spPr>
          <a:xfrm flipV="1">
            <a:off x="1163447" y="3640517"/>
            <a:ext cx="2113154" cy="241989"/>
          </a:xfrm>
          <a:custGeom>
            <a:avLst/>
            <a:gdLst/>
            <a:ahLst/>
            <a:cxnLst/>
            <a:rect l="l" t="t" r="r" b="b"/>
            <a:pathLst>
              <a:path w="24323039" h="1645920">
                <a:moveTo>
                  <a:pt x="0" y="0"/>
                </a:moveTo>
                <a:lnTo>
                  <a:pt x="24323039" y="0"/>
                </a:lnTo>
                <a:lnTo>
                  <a:pt x="24323039" y="1645920"/>
                </a:lnTo>
                <a:lnTo>
                  <a:pt x="0" y="1645920"/>
                </a:lnTo>
                <a:close/>
              </a:path>
            </a:pathLst>
          </a:custGeom>
          <a:solidFill>
            <a:srgbClr val="04989F"/>
          </a:solidFill>
        </p:spPr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9563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E3E3-583E-6796-1701-5361AD6E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AB95E3A-DAEE-ECE4-3012-9CA44A69DC80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E3AC63-B729-F714-A5A0-AE4EEEE46A12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D2AF905-60F8-671A-1F91-2DE28D0502B3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1B1AAD25-4D46-AFC4-7FFC-6AF476D49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21037" b="7703"/>
          <a:stretch>
            <a:fillRect/>
          </a:stretch>
        </p:blipFill>
        <p:spPr>
          <a:xfrm>
            <a:off x="274320" y="1625600"/>
            <a:ext cx="11917680" cy="48869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A5B95E-6D26-0161-2D25-12465A0C5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67" y="2728975"/>
            <a:ext cx="2181315" cy="1257108"/>
          </a:xfrm>
          <a:prstGeom prst="rect">
            <a:avLst/>
          </a:prstGeom>
        </p:spPr>
      </p:pic>
      <p:pic>
        <p:nvPicPr>
          <p:cNvPr id="12" name="Imagen 11" descr="HOME | CAMERA MRI Africa">
            <a:extLst>
              <a:ext uri="{FF2B5EF4-FFF2-40B4-BE49-F238E27FC236}">
                <a16:creationId xmlns:a16="http://schemas.microsoft.com/office/drawing/2014/main" id="{C9955189-527A-3638-7206-F8680A15F02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244" y="2728975"/>
            <a:ext cx="1283653" cy="1400050"/>
          </a:xfrm>
          <a:prstGeom prst="rect">
            <a:avLst/>
          </a:prstGeom>
        </p:spPr>
      </p:pic>
      <p:pic>
        <p:nvPicPr>
          <p:cNvPr id="13" name="Imagen 12" descr="McGill University - Wikipedia">
            <a:extLst>
              <a:ext uri="{FF2B5EF4-FFF2-40B4-BE49-F238E27FC236}">
                <a16:creationId xmlns:a16="http://schemas.microsoft.com/office/drawing/2014/main" id="{86ABC0AD-E1C5-27B1-3B24-E7E78C1CB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4" y="4401672"/>
            <a:ext cx="1070292" cy="135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68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</Words>
  <Application>Microsoft Office PowerPoint</Application>
  <PresentationFormat>Panorámica</PresentationFormat>
  <Paragraphs>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TT Drugs</vt:lpstr>
      <vt:lpstr>TT Rounds Condensed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Andres Montalba Zalaquett</dc:creator>
  <cp:lastModifiedBy>Cristian Andres Montalba Zalaquett</cp:lastModifiedBy>
  <cp:revision>3</cp:revision>
  <dcterms:created xsi:type="dcterms:W3CDTF">2026-07-01T18:43:50Z</dcterms:created>
  <dcterms:modified xsi:type="dcterms:W3CDTF">2026-07-01T19:14:16Z</dcterms:modified>
</cp:coreProperties>
</file>